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Global Health Tracking Industry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Objective: Understand the global health-tracking market and identify key trends.</a:t>
            </a:r>
          </a:p>
          <a:p>
            <a:pPr lvl="1"/>
            <a:r>
              <a:t>• Market Size: Digital health approaching $1T by 2030; wearables $84B → $186B</a:t>
            </a:r>
          </a:p>
          <a:p>
            <a:pPr lvl="1"/>
            <a:r>
              <a:t>• Key Drivers: Chronic diseases, aging populations, smartphone adoption</a:t>
            </a:r>
          </a:p>
          <a:p>
            <a:pPr lvl="1"/>
            <a:r>
              <a:t>• Tech Trends: AI personalization, non-invasive sensors, interoperability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